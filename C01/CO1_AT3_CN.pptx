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2bd4add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2bd4add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2bd4add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52bd4add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52bd4add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52bd4add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52bd4add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52bd4add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52bd4add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52bd4add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52bd4add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52bd4add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5208" y="-81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/>
              <a:t>CSA0714- COMPUTER NETWORKS</a:t>
            </a:r>
            <a:endParaRPr b="1" sz="3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53100" y="2660125"/>
            <a:ext cx="8520600" cy="17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 OF COMPUTER NETWORKS IN ONLINE BANKING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/>
        </p:nvSpPr>
        <p:spPr>
          <a:xfrm>
            <a:off x="1992150" y="1852975"/>
            <a:ext cx="61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only thank you"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8350" y="661950"/>
            <a:ext cx="3068525" cy="30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